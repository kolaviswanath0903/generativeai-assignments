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AA64-83AD-CEE2-F31C-C11164E49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5E08B-A737-2023-FE68-9F8FD0AB1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7B04B-5E95-BB4A-B127-9652E25C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1C14D-9C8A-0BD8-EE58-0C0A3882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7C64-C4BA-1D13-1B15-38E7A6C7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6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E0F0-002A-7462-4615-FA2BCF1F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BB83-D5CF-3E51-2859-14FAEE403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6F590-3517-8D0F-269D-110691AB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29D3C-4FED-0118-16DD-475E807C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44E7-A05F-52B5-9F4A-823EAF46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52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0863-1540-8D91-BD50-83D26715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AB434-8DFB-4013-6FB0-8DDB98C36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3EDEE-876E-8EB1-4628-598689B8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5C7BD-2FD7-D591-349D-99BB130B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084F-7880-54BD-63DD-FD0ED029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97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22CF-A9DA-BB38-B21B-EEE1951F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8411-DF0C-DAEA-CC0C-3EB3D9B21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3B0C2-3ED6-8C0E-32CD-C24907676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8D43F-9952-D6A7-5AA6-FA6925B4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10FDD-9E7E-448D-80AC-7A6FDFF0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BF70F-CD35-4AE4-FF18-1BD71BA0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58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D5D0-386F-370D-2CED-BB2B8BFEB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E524A-6522-42F2-7D90-276DB7156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4C3F4-2E05-81FF-AADA-B5FF375A6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10E8A-17B4-7AEF-2985-DB8BA77B2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D3B937-630F-4B8E-AE4C-8BFCAAEE5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9C206-3EE9-B057-17C6-2034B801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1D225-1EAE-52DA-CAE6-A8E1746E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80ABB-B5CF-B028-2995-9ABEB122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0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AD28-8820-5A32-44F3-FA0A34AF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E40D4-2B81-77D7-E2F3-5BD9BDC6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46B04-E9F2-5D17-A08C-AD2C695B8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F7136-FF0B-89A8-DCF3-0623A22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0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C802A-EEC5-E5E3-5A3F-CB7CF519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12183-CAC9-1536-A5A7-8C141696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B641-245B-7D0D-48D2-F63438A6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2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FAFF-846B-441B-5020-457476BA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7CF3-3A90-41F4-B463-FE338A3A3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0E4E9-FD14-A969-DA77-9FD7DFE95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BB446-9461-1336-748A-7AA901F9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2FE60-5270-DFFE-C0C3-D4E5F360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950D2-6FCF-CCAC-FC7B-A3BFCC54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2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254F-5B21-C8A5-1013-B5CFFC67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A6F2D-C5A9-EE10-A7A3-4011129FF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A959C-8F7B-13E6-6528-E84E563F1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AB939-4D7C-78D9-19D0-7359A6F2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A5B4A-5BEB-1E98-01D8-6D74AAFB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3A8A9-D8C9-1232-4A64-AF414145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8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D2CE-D02A-78C0-7492-1EBF4F23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7D5CA-E450-48BF-1D5A-89981DC10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49EAF-6F3E-406C-7FB5-948A351F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781E-0777-FC95-2971-15D55DEF2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561D7-28E2-70C2-3087-18FA5A1C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81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181EE-DD45-5147-7207-1688E984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52E89-27B8-76DC-D215-42C678135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AD276-5D18-FDF6-4501-C6118F34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57BE6-0DF0-5394-AE77-33462AC2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C72A2-4BAA-C35E-53BA-AE9E3F3C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3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D74E9-7231-34E6-AF56-5A375554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F1CBD-1A6E-3EA3-0CCD-1B84E4D43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C86A-3DB7-D2A3-213A-EB3C498D2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3E660-2084-4F1E-A204-4CE5AB63D29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D1F27-AB7D-8F41-1B70-E9B3CD5BA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63E9-CCA7-43C9-2365-7CA69EEAA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EE69-E956-429A-AF6E-38CE33223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6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59EE7-585B-12D4-05A2-5F3A44D22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6013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E92942-395C-9DA5-6B61-6DA2682BF09E}"/>
              </a:ext>
            </a:extLst>
          </p:cNvPr>
          <p:cNvSpPr/>
          <p:nvPr/>
        </p:nvSpPr>
        <p:spPr>
          <a:xfrm>
            <a:off x="201168" y="3575304"/>
            <a:ext cx="2350008" cy="2651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B1F29-0438-5AC2-F396-A94A404ABE1C}"/>
              </a:ext>
            </a:extLst>
          </p:cNvPr>
          <p:cNvSpPr/>
          <p:nvPr/>
        </p:nvSpPr>
        <p:spPr>
          <a:xfrm>
            <a:off x="3511296" y="438912"/>
            <a:ext cx="3621024" cy="466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CE530-D4E9-704A-4618-19B09A7C0CA0}"/>
              </a:ext>
            </a:extLst>
          </p:cNvPr>
          <p:cNvSpPr/>
          <p:nvPr/>
        </p:nvSpPr>
        <p:spPr>
          <a:xfrm>
            <a:off x="4078224" y="1856232"/>
            <a:ext cx="1938528" cy="2377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3BEA30-5F21-896B-8D2E-4594FE9D1B86}"/>
              </a:ext>
            </a:extLst>
          </p:cNvPr>
          <p:cNvSpPr/>
          <p:nvPr/>
        </p:nvSpPr>
        <p:spPr>
          <a:xfrm>
            <a:off x="4233672" y="2414016"/>
            <a:ext cx="7031736" cy="466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ADC11E-FA1B-8DA4-FC82-B21D14D9115C}"/>
              </a:ext>
            </a:extLst>
          </p:cNvPr>
          <p:cNvSpPr/>
          <p:nvPr/>
        </p:nvSpPr>
        <p:spPr>
          <a:xfrm>
            <a:off x="4370832" y="3429000"/>
            <a:ext cx="6903720" cy="1691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41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DF053-4F03-F85F-F55E-4F799F41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983" y="283464"/>
            <a:ext cx="6029336" cy="58338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D3F395-A200-87E9-0EA3-49AB7EF36993}"/>
              </a:ext>
            </a:extLst>
          </p:cNvPr>
          <p:cNvSpPr txBox="1"/>
          <p:nvPr/>
        </p:nvSpPr>
        <p:spPr>
          <a:xfrm>
            <a:off x="676656" y="1618488"/>
            <a:ext cx="295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Week2Day1 Assignment used</a:t>
            </a:r>
          </a:p>
        </p:txBody>
      </p:sp>
    </p:spTree>
    <p:extLst>
      <p:ext uri="{BB962C8B-B14F-4D97-AF65-F5344CB8AC3E}">
        <p14:creationId xmlns:p14="http://schemas.microsoft.com/office/powerpoint/2010/main" val="401231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D5113-3ABD-8852-4632-0ED7CE68B6A0}"/>
              </a:ext>
            </a:extLst>
          </p:cNvPr>
          <p:cNvSpPr txBox="1"/>
          <p:nvPr/>
        </p:nvSpPr>
        <p:spPr>
          <a:xfrm>
            <a:off x="204184" y="329938"/>
            <a:ext cx="112305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  "model": "</a:t>
            </a:r>
            <a:r>
              <a:rPr lang="en-IN" dirty="0" err="1"/>
              <a:t>openai</a:t>
            </a:r>
            <a:r>
              <a:rPr lang="en-IN" dirty="0"/>
              <a:t>/gpt-oss-120b",</a:t>
            </a:r>
          </a:p>
          <a:p>
            <a:r>
              <a:rPr lang="en-IN" dirty="0"/>
              <a:t>  "messages": [</a:t>
            </a:r>
          </a:p>
          <a:p>
            <a:r>
              <a:rPr lang="en-IN" dirty="0"/>
              <a:t>    {"role": "system", </a:t>
            </a:r>
          </a:p>
          <a:p>
            <a:r>
              <a:rPr lang="en-IN" dirty="0"/>
              <a:t>    "content": "As a Senior Test Analyst create 8 Test Scenarios with minimum of 10 Test Cases containing 7 Positive and 3 Negative for Search Functionality In Amazon."</a:t>
            </a:r>
          </a:p>
          <a:p>
            <a:r>
              <a:rPr lang="en-IN" dirty="0"/>
              <a:t>    },</a:t>
            </a:r>
          </a:p>
          <a:p>
            <a:r>
              <a:rPr lang="en-IN" dirty="0"/>
              <a:t>    {</a:t>
            </a:r>
          </a:p>
          <a:p>
            <a:r>
              <a:rPr lang="en-IN" dirty="0"/>
              <a:t>        "role": "user", </a:t>
            </a:r>
          </a:p>
          <a:p>
            <a:r>
              <a:rPr lang="en-IN" dirty="0"/>
              <a:t>        "content": "Test Scenario ID should start with </a:t>
            </a:r>
            <a:r>
              <a:rPr lang="en-IN" dirty="0" err="1"/>
              <a:t>TS_AMZ_seqno</a:t>
            </a:r>
            <a:r>
              <a:rPr lang="en-IN" dirty="0"/>
              <a:t>\n\</a:t>
            </a:r>
            <a:r>
              <a:rPr lang="en-IN" dirty="0" err="1"/>
              <a:t>nTest</a:t>
            </a:r>
            <a:r>
              <a:rPr lang="en-IN" dirty="0"/>
              <a:t> Case ID should start with Test Scenario ID and then Test Case ID like TS_AMZ_seqno_TC001\n\</a:t>
            </a:r>
            <a:r>
              <a:rPr lang="en-IN" dirty="0" err="1"/>
              <a:t>nFollowing</a:t>
            </a:r>
            <a:r>
              <a:rPr lang="en-IN" dirty="0"/>
              <a:t> columns are must </a:t>
            </a:r>
            <a:r>
              <a:rPr lang="en-IN" dirty="0" err="1"/>
              <a:t>Sl.No</a:t>
            </a:r>
            <a:r>
              <a:rPr lang="en-IN" dirty="0"/>
              <a:t> | </a:t>
            </a:r>
            <a:r>
              <a:rPr lang="en-IN" dirty="0" err="1"/>
              <a:t>Test_Scenario_ID</a:t>
            </a:r>
            <a:r>
              <a:rPr lang="en-IN" dirty="0"/>
              <a:t> | </a:t>
            </a:r>
            <a:r>
              <a:rPr lang="en-IN" dirty="0" err="1"/>
              <a:t>Test_Case_ID</a:t>
            </a:r>
            <a:r>
              <a:rPr lang="en-IN" dirty="0"/>
              <a:t> | </a:t>
            </a:r>
            <a:r>
              <a:rPr lang="en-IN" dirty="0" err="1"/>
              <a:t>Test_Case_Description</a:t>
            </a:r>
            <a:r>
              <a:rPr lang="en-IN" dirty="0"/>
              <a:t> | </a:t>
            </a:r>
            <a:r>
              <a:rPr lang="en-IN" dirty="0" err="1"/>
              <a:t>Type_Of_TestCase</a:t>
            </a:r>
            <a:r>
              <a:rPr lang="en-IN" dirty="0"/>
              <a:t> (positive / negative) | Priority | </a:t>
            </a:r>
            <a:r>
              <a:rPr lang="en-IN" dirty="0" err="1"/>
              <a:t>Part_Of_Regression</a:t>
            </a:r>
            <a:r>
              <a:rPr lang="en-IN" dirty="0"/>
              <a:t> (Yes / No)\n\</a:t>
            </a:r>
            <a:r>
              <a:rPr lang="en-IN" dirty="0" err="1"/>
              <a:t>nPriority</a:t>
            </a:r>
            <a:r>
              <a:rPr lang="en-IN" dirty="0"/>
              <a:t> should have dropdown options of MUST / GOOD / MAY\n\</a:t>
            </a:r>
            <a:r>
              <a:rPr lang="en-IN" dirty="0" err="1"/>
              <a:t>nPart</a:t>
            </a:r>
            <a:r>
              <a:rPr lang="en-IN" dirty="0"/>
              <a:t> of Regression should have dropdown options Yes / No\n\</a:t>
            </a:r>
            <a:r>
              <a:rPr lang="en-IN" dirty="0" err="1"/>
              <a:t>nScenarios</a:t>
            </a:r>
            <a:r>
              <a:rPr lang="en-IN" dirty="0"/>
              <a:t> will be based on PRODUCT search, PRICE search, SORT display by Name of the product in alphabetical order and PRICE in Ascending and Descending order\n\</a:t>
            </a:r>
            <a:r>
              <a:rPr lang="en-IN" dirty="0" err="1"/>
              <a:t>nSearch</a:t>
            </a:r>
            <a:r>
              <a:rPr lang="en-IN" dirty="0"/>
              <a:t> criteria should have positive data search and negative data search \n Image display is must\n\</a:t>
            </a:r>
            <a:r>
              <a:rPr lang="en-IN" dirty="0" err="1"/>
              <a:t>nSearch</a:t>
            </a:r>
            <a:r>
              <a:rPr lang="en-IN" dirty="0"/>
              <a:t> should be on Exact Match, Misspelling, Similar Products\n\</a:t>
            </a:r>
            <a:r>
              <a:rPr lang="en-IN" dirty="0" err="1"/>
              <a:t>nRatings</a:t>
            </a:r>
            <a:r>
              <a:rPr lang="en-IN" dirty="0"/>
              <a:t> and Out of Stocks related test cases"</a:t>
            </a:r>
          </a:p>
          <a:p>
            <a:r>
              <a:rPr lang="en-IN" dirty="0"/>
              <a:t>    }</a:t>
            </a:r>
          </a:p>
          <a:p>
            <a:r>
              <a:rPr lang="en-IN" dirty="0"/>
              <a:t>  ]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59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A30AE3-C662-7316-044A-3AEBE831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46" y="0"/>
            <a:ext cx="10027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3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C43A04-D855-0098-6B65-1DD8E9EE0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6" y="793122"/>
            <a:ext cx="544906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1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269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Sidheswar Kola</dc:creator>
  <cp:lastModifiedBy>Sidheswar Kola</cp:lastModifiedBy>
  <cp:revision>1</cp:revision>
  <dcterms:created xsi:type="dcterms:W3CDTF">2026-06-18T18:59:15Z</dcterms:created>
  <dcterms:modified xsi:type="dcterms:W3CDTF">2026-06-18T19:14:11Z</dcterms:modified>
</cp:coreProperties>
</file>